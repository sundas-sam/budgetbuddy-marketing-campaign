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72" r:id="rId14"/>
    <p:sldId id="273" r:id="rId15"/>
    <p:sldId id="274" r:id="rId16"/>
    <p:sldId id="267" r:id="rId17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F7F1"/>
    <a:srgbClr val="191612"/>
    <a:srgbClr val="F5F4F0"/>
    <a:srgbClr val="F7F6F2"/>
    <a:srgbClr val="F8F7F3"/>
    <a:srgbClr val="F4F3EF"/>
    <a:srgbClr val="F3F2ED"/>
    <a:srgbClr val="14432C"/>
    <a:srgbClr val="F4F3EE"/>
    <a:srgbClr val="F2F1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4" d="100"/>
          <a:sy n="44" d="100"/>
        </p:scale>
        <p:origin x="94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4429" y="-76200"/>
            <a:ext cx="16256000" cy="92202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228C914-1205-E958-0018-CA8157CA329E}"/>
              </a:ext>
            </a:extLst>
          </p:cNvPr>
          <p:cNvSpPr/>
          <p:nvPr/>
        </p:nvSpPr>
        <p:spPr>
          <a:xfrm>
            <a:off x="14605000" y="8610600"/>
            <a:ext cx="1651000" cy="533400"/>
          </a:xfrm>
          <a:prstGeom prst="rect">
            <a:avLst/>
          </a:prstGeom>
          <a:solidFill>
            <a:srgbClr val="F4F3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1A99182-7862-F8C8-2B16-A78CACC3574B}"/>
              </a:ext>
            </a:extLst>
          </p:cNvPr>
          <p:cNvSpPr/>
          <p:nvPr/>
        </p:nvSpPr>
        <p:spPr>
          <a:xfrm>
            <a:off x="9652000" y="152400"/>
            <a:ext cx="6248400" cy="5105400"/>
          </a:xfrm>
          <a:prstGeom prst="ellipse">
            <a:avLst/>
          </a:prstGeom>
          <a:solidFill>
            <a:srgbClr val="F3F2ED"/>
          </a:solidFill>
          <a:ln>
            <a:solidFill>
              <a:srgbClr val="F3F2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rgbClr val="14432C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SUNDAS SHAHZAD</a:t>
            </a:r>
          </a:p>
          <a:p>
            <a:pPr algn="ctr"/>
            <a:r>
              <a:rPr lang="en-US" sz="3600" b="1" dirty="0">
                <a:solidFill>
                  <a:srgbClr val="14432C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Intern</a:t>
            </a:r>
          </a:p>
          <a:p>
            <a:pPr algn="ctr"/>
            <a:r>
              <a:rPr lang="en-US" sz="3600" b="1" dirty="0">
                <a:solidFill>
                  <a:srgbClr val="14432C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Digital Marketing</a:t>
            </a:r>
          </a:p>
          <a:p>
            <a:pPr algn="ctr"/>
            <a:r>
              <a:rPr lang="en-US" sz="3600" b="1" dirty="0">
                <a:solidFill>
                  <a:srgbClr val="14432C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DHC-4818</a:t>
            </a:r>
            <a:endParaRPr lang="en-PK" sz="3600" b="1" dirty="0">
              <a:solidFill>
                <a:srgbClr val="14432C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6200"/>
            <a:ext cx="16256000" cy="90678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E9A07CD-6D17-B395-3B30-CF855B501F03}"/>
              </a:ext>
            </a:extLst>
          </p:cNvPr>
          <p:cNvSpPr/>
          <p:nvPr/>
        </p:nvSpPr>
        <p:spPr>
          <a:xfrm>
            <a:off x="14757400" y="8610600"/>
            <a:ext cx="1498600" cy="381000"/>
          </a:xfrm>
          <a:prstGeom prst="rect">
            <a:avLst/>
          </a:prstGeom>
          <a:solidFill>
            <a:srgbClr val="F4F3EE"/>
          </a:solidFill>
          <a:ln>
            <a:solidFill>
              <a:srgbClr val="F5F6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0" y="76200"/>
            <a:ext cx="16256000" cy="90678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C69D1EC-9830-B378-A89D-87AB0C9134BB}"/>
              </a:ext>
            </a:extLst>
          </p:cNvPr>
          <p:cNvSpPr/>
          <p:nvPr/>
        </p:nvSpPr>
        <p:spPr>
          <a:xfrm>
            <a:off x="14605000" y="8686800"/>
            <a:ext cx="1625600" cy="419100"/>
          </a:xfrm>
          <a:prstGeom prst="rect">
            <a:avLst/>
          </a:prstGeom>
          <a:solidFill>
            <a:srgbClr val="F6F5F0"/>
          </a:solidFill>
          <a:ln>
            <a:solidFill>
              <a:srgbClr val="F6F5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8D5B4BD-662B-0700-A378-BF98A5578BBD}"/>
              </a:ext>
            </a:extLst>
          </p:cNvPr>
          <p:cNvSpPr/>
          <p:nvPr/>
        </p:nvSpPr>
        <p:spPr>
          <a:xfrm>
            <a:off x="14605000" y="8686800"/>
            <a:ext cx="1524000" cy="419100"/>
          </a:xfrm>
          <a:prstGeom prst="rect">
            <a:avLst/>
          </a:prstGeom>
          <a:solidFill>
            <a:srgbClr val="F4F5EF"/>
          </a:solidFill>
          <a:ln>
            <a:solidFill>
              <a:srgbClr val="F4F5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97FF1F5-B465-4E42-FE5D-B248E31821B4}"/>
              </a:ext>
            </a:extLst>
          </p:cNvPr>
          <p:cNvSpPr/>
          <p:nvPr/>
        </p:nvSpPr>
        <p:spPr>
          <a:xfrm>
            <a:off x="14605000" y="8610600"/>
            <a:ext cx="1524000" cy="495300"/>
          </a:xfrm>
          <a:prstGeom prst="rect">
            <a:avLst/>
          </a:prstGeom>
          <a:solidFill>
            <a:srgbClr val="E9E6DD"/>
          </a:solidFill>
          <a:ln>
            <a:solidFill>
              <a:srgbClr val="E9E6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178EB81-4DDB-BA58-8BB9-AD3234BEF93B}"/>
              </a:ext>
            </a:extLst>
          </p:cNvPr>
          <p:cNvSpPr/>
          <p:nvPr/>
        </p:nvSpPr>
        <p:spPr>
          <a:xfrm>
            <a:off x="14376400" y="8534400"/>
            <a:ext cx="1803400" cy="571500"/>
          </a:xfrm>
          <a:prstGeom prst="rect">
            <a:avLst/>
          </a:prstGeom>
          <a:solidFill>
            <a:srgbClr val="F5F6F1"/>
          </a:solidFill>
          <a:ln>
            <a:solidFill>
              <a:srgbClr val="F5F6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3BD37BD-9CC7-01AE-6CCE-4677F628168F}"/>
              </a:ext>
            </a:extLst>
          </p:cNvPr>
          <p:cNvSpPr/>
          <p:nvPr/>
        </p:nvSpPr>
        <p:spPr>
          <a:xfrm>
            <a:off x="14681200" y="8686800"/>
            <a:ext cx="1574800" cy="419100"/>
          </a:xfrm>
          <a:prstGeom prst="rect">
            <a:avLst/>
          </a:prstGeom>
          <a:solidFill>
            <a:srgbClr val="F0E3C3"/>
          </a:solidFill>
          <a:ln>
            <a:solidFill>
              <a:srgbClr val="F0E3C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BBC498C-DE88-9D20-5A6B-069824D70E76}"/>
              </a:ext>
            </a:extLst>
          </p:cNvPr>
          <p:cNvSpPr/>
          <p:nvPr/>
        </p:nvSpPr>
        <p:spPr>
          <a:xfrm>
            <a:off x="14681200" y="8686800"/>
            <a:ext cx="1447800" cy="419100"/>
          </a:xfrm>
          <a:prstGeom prst="rect">
            <a:avLst/>
          </a:prstGeom>
          <a:solidFill>
            <a:srgbClr val="F1E7DE"/>
          </a:solidFill>
          <a:ln>
            <a:solidFill>
              <a:srgbClr val="F1E7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D215CEC-1EF0-47BC-A0EE-4F48A4BBDBC6}"/>
              </a:ext>
            </a:extLst>
          </p:cNvPr>
          <p:cNvSpPr/>
          <p:nvPr/>
        </p:nvSpPr>
        <p:spPr>
          <a:xfrm>
            <a:off x="14554200" y="8534400"/>
            <a:ext cx="1600200" cy="571500"/>
          </a:xfrm>
          <a:prstGeom prst="rect">
            <a:avLst/>
          </a:prstGeom>
          <a:solidFill>
            <a:srgbClr val="F7F4EF"/>
          </a:solidFill>
          <a:ln>
            <a:solidFill>
              <a:srgbClr val="F7F4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C39B961-31D2-137A-333A-8229B924F4F3}"/>
              </a:ext>
            </a:extLst>
          </p:cNvPr>
          <p:cNvSpPr/>
          <p:nvPr/>
        </p:nvSpPr>
        <p:spPr>
          <a:xfrm>
            <a:off x="14452600" y="8686800"/>
            <a:ext cx="1676400" cy="41910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161DF90-D795-BD50-7140-782A3DF163A1}"/>
              </a:ext>
            </a:extLst>
          </p:cNvPr>
          <p:cNvSpPr/>
          <p:nvPr/>
        </p:nvSpPr>
        <p:spPr>
          <a:xfrm>
            <a:off x="14605000" y="8686800"/>
            <a:ext cx="1651000" cy="419100"/>
          </a:xfrm>
          <a:prstGeom prst="rect">
            <a:avLst/>
          </a:prstGeom>
          <a:solidFill>
            <a:srgbClr val="F3F4EF"/>
          </a:solidFill>
          <a:ln>
            <a:solidFill>
              <a:srgbClr val="F3F4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5A90BE26-4911-C235-DD3A-2F829FB3CE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0" y="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5622C6A-5BF3-F1DF-41BB-326AAEFB12EA}"/>
              </a:ext>
            </a:extLst>
          </p:cNvPr>
          <p:cNvSpPr/>
          <p:nvPr/>
        </p:nvSpPr>
        <p:spPr>
          <a:xfrm>
            <a:off x="14630400" y="8775700"/>
            <a:ext cx="1600200" cy="266700"/>
          </a:xfrm>
          <a:prstGeom prst="rect">
            <a:avLst/>
          </a:prstGeom>
          <a:solidFill>
            <a:srgbClr val="F3F2ED"/>
          </a:solidFill>
          <a:ln>
            <a:solidFill>
              <a:srgbClr val="F4F3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0378924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29161F1-F848-1FBD-6654-4B3228235890}"/>
              </a:ext>
            </a:extLst>
          </p:cNvPr>
          <p:cNvSpPr/>
          <p:nvPr/>
        </p:nvSpPr>
        <p:spPr>
          <a:xfrm>
            <a:off x="14757400" y="8763000"/>
            <a:ext cx="1498600" cy="228600"/>
          </a:xfrm>
          <a:prstGeom prst="rect">
            <a:avLst/>
          </a:prstGeom>
          <a:solidFill>
            <a:srgbClr val="F8F7F3"/>
          </a:solidFill>
          <a:ln>
            <a:solidFill>
              <a:srgbClr val="F7F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42A899B-DC1E-F690-8164-3A04FCC0631F}"/>
              </a:ext>
            </a:extLst>
          </p:cNvPr>
          <p:cNvSpPr/>
          <p:nvPr/>
        </p:nvSpPr>
        <p:spPr>
          <a:xfrm>
            <a:off x="14605000" y="8748486"/>
            <a:ext cx="1524000" cy="342900"/>
          </a:xfrm>
          <a:prstGeom prst="rect">
            <a:avLst/>
          </a:prstGeom>
          <a:solidFill>
            <a:srgbClr val="F7F6F2"/>
          </a:solidFill>
          <a:ln>
            <a:solidFill>
              <a:srgbClr val="F7F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788183E-59A4-65E5-6917-948E52C2D1B8}"/>
              </a:ext>
            </a:extLst>
          </p:cNvPr>
          <p:cNvSpPr/>
          <p:nvPr/>
        </p:nvSpPr>
        <p:spPr>
          <a:xfrm>
            <a:off x="14681200" y="8686800"/>
            <a:ext cx="1447800" cy="304800"/>
          </a:xfrm>
          <a:prstGeom prst="rect">
            <a:avLst/>
          </a:prstGeom>
          <a:solidFill>
            <a:srgbClr val="F5F4F0"/>
          </a:solidFill>
          <a:ln>
            <a:solidFill>
              <a:srgbClr val="F6F7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799236A-E7A3-B75D-F178-19E0ADADC460}"/>
              </a:ext>
            </a:extLst>
          </p:cNvPr>
          <p:cNvSpPr/>
          <p:nvPr/>
        </p:nvSpPr>
        <p:spPr>
          <a:xfrm>
            <a:off x="14528800" y="8534400"/>
            <a:ext cx="1600200" cy="571500"/>
          </a:xfrm>
          <a:prstGeom prst="rect">
            <a:avLst/>
          </a:prstGeom>
          <a:solidFill>
            <a:srgbClr val="F2F1ED"/>
          </a:solidFill>
          <a:ln>
            <a:solidFill>
              <a:srgbClr val="F2F1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1388</TotalTime>
  <Words>6</Words>
  <Application>Microsoft Office PowerPoint</Application>
  <PresentationFormat>Custom</PresentationFormat>
  <Paragraphs>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ADLaM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Sundas Shahzad</cp:lastModifiedBy>
  <cp:revision>4</cp:revision>
  <dcterms:created xsi:type="dcterms:W3CDTF">2006-08-16T00:00:00Z</dcterms:created>
  <dcterms:modified xsi:type="dcterms:W3CDTF">2026-05-25T06:16:07Z</dcterms:modified>
</cp:coreProperties>
</file>